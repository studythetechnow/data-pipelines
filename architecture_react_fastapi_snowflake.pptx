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834640"/>
            <a:ext cx="12191695" cy="54864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29718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on OCP  •  FastAPI on OCP  •  Snowflake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37490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Load-balanced dual front end with paired Python services and a shared analytical data plane.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→ Load Balancer → 2× React (OCP) → 2× FastAPI (OCP) → Snowflake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926080"/>
            <a:ext cx="1188720" cy="11887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461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91640" y="3520440"/>
            <a:ext cx="502920" cy="0"/>
          </a:xfrm>
          <a:prstGeom prst="line">
            <a:avLst/>
          </a:prstGeom>
          <a:noFill/>
          <a:ln w="25400">
            <a:solidFill>
              <a:srgbClr val="36454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240280" y="2880360"/>
            <a:ext cx="1737360" cy="1280160"/>
          </a:xfrm>
          <a:prstGeom prst="roundRect">
            <a:avLst>
              <a:gd name="adj" fmla="val 8571"/>
            </a:avLst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2240280" y="30632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26280" y="1234440"/>
            <a:ext cx="2286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4526280" y="1280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OCP Cluster — Frontend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64592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6459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  •  Container 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242316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24231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  •  Container 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977640" y="3200400"/>
            <a:ext cx="685800" cy="-1207008"/>
          </a:xfrm>
          <a:prstGeom prst="line">
            <a:avLst/>
          </a:prstGeom>
          <a:noFill/>
          <a:ln w="22225">
            <a:solidFill>
              <a:srgbClr val="36454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977640" y="3840480"/>
            <a:ext cx="685800" cy="-1069848"/>
          </a:xfrm>
          <a:prstGeom prst="line">
            <a:avLst/>
          </a:prstGeom>
          <a:noFill/>
          <a:ln w="22225">
            <a:solidFill>
              <a:srgbClr val="36454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269480" y="1234440"/>
            <a:ext cx="2377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269480" y="1280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OCP Cluster — Backend Pods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06640" y="1645920"/>
            <a:ext cx="2103120" cy="685800"/>
          </a:xfrm>
          <a:prstGeom prst="roundRect">
            <a:avLst>
              <a:gd name="adj" fmla="val 10667"/>
            </a:avLst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7406640" y="164592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•  Pod 1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406640" y="2423160"/>
            <a:ext cx="2103120" cy="685800"/>
          </a:xfrm>
          <a:prstGeom prst="roundRect">
            <a:avLst>
              <a:gd name="adj" fmla="val 10667"/>
            </a:avLst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7406640" y="242316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•  Pod 2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720840" y="1988820"/>
            <a:ext cx="685800" cy="0"/>
          </a:xfrm>
          <a:prstGeom prst="line">
            <a:avLst/>
          </a:prstGeom>
          <a:noFill/>
          <a:ln w="22225">
            <a:solidFill>
              <a:srgbClr val="36454F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720840" y="2766060"/>
            <a:ext cx="685800" cy="0"/>
          </a:xfrm>
          <a:prstGeom prst="line">
            <a:avLst/>
          </a:prstGeom>
          <a:noFill/>
          <a:ln w="22225">
            <a:solidFill>
              <a:srgbClr val="36454F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195560" y="1920240"/>
            <a:ext cx="1691640" cy="1874520"/>
          </a:xfrm>
          <a:prstGeom prst="roundRect">
            <a:avLst>
              <a:gd name="adj" fmla="val 6486"/>
            </a:avLst>
          </a:prstGeom>
          <a:solidFill>
            <a:srgbClr val="29B5E8"/>
          </a:solidFill>
          <a:ln/>
        </p:spPr>
      </p:sp>
      <p:sp>
        <p:nvSpPr>
          <p:cNvPr id="26" name="Text 24"/>
          <p:cNvSpPr/>
          <p:nvPr/>
        </p:nvSpPr>
        <p:spPr>
          <a:xfrm>
            <a:off x="10195560" y="201168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❄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10195560" y="283464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555480" y="1988820"/>
            <a:ext cx="640080" cy="868680"/>
          </a:xfrm>
          <a:prstGeom prst="line">
            <a:avLst/>
          </a:prstGeom>
          <a:noFill/>
          <a:ln w="22225">
            <a:solidFill>
              <a:srgbClr val="36454F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555480" y="2766060"/>
            <a:ext cx="640080" cy="91440"/>
          </a:xfrm>
          <a:prstGeom prst="line">
            <a:avLst/>
          </a:prstGeom>
          <a:noFill/>
          <a:ln w="22225">
            <a:solidFill>
              <a:srgbClr val="36454F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57200" y="5120640"/>
            <a:ext cx="11247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5212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Legend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85800" y="5623560"/>
            <a:ext cx="274320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1051560" y="555955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 (OCP Container)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520440" y="5623560"/>
            <a:ext cx="274320" cy="274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5" name="Text 33"/>
          <p:cNvSpPr/>
          <p:nvPr/>
        </p:nvSpPr>
        <p:spPr>
          <a:xfrm>
            <a:off x="3886200" y="555955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Service (OCP Pod)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355080" y="5623560"/>
            <a:ext cx="274320" cy="2743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7" name="Text 35"/>
          <p:cNvSpPr/>
          <p:nvPr/>
        </p:nvSpPr>
        <p:spPr>
          <a:xfrm>
            <a:off x="6720840" y="555955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189720" y="5623560"/>
            <a:ext cx="274320" cy="274320"/>
          </a:xfrm>
          <a:prstGeom prst="rect">
            <a:avLst/>
          </a:prstGeom>
          <a:solidFill>
            <a:srgbClr val="29B5E8"/>
          </a:solidFill>
          <a:ln/>
        </p:spPr>
      </p:sp>
      <p:sp>
        <p:nvSpPr>
          <p:cNvPr id="39" name="Text 37"/>
          <p:cNvSpPr/>
          <p:nvPr/>
        </p:nvSpPr>
        <p:spPr>
          <a:xfrm>
            <a:off x="9555480" y="555955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Data Warehouse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85800" y="5989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traffic flows left→right. Both React containers are stateless and share the Load Balancer VIP; FastAPI pods scale horizontally and share a Snowflake connection pool.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2026-07-13T13:02:08Z</dcterms:created>
  <dcterms:modified xsi:type="dcterms:W3CDTF">2026-07-13T13:02:08Z</dcterms:modified>
</cp:coreProperties>
</file>